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a9ac757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a9ac757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ba9ac757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ba9ac757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a9ac757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ba9ac757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1ecdbe8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1ecdbe8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Stopwatch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Hunter Tipton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2" name="2026-05-04 16-36-28">
            <a:hlinkClick r:id="" action="ppaction://media"/>
            <a:extLst>
              <a:ext uri="{FF2B5EF4-FFF2-40B4-BE49-F238E27FC236}">
                <a16:creationId xmlns:a16="http://schemas.microsoft.com/office/drawing/2014/main" id="{F1EE27EE-5750-79C5-9700-A7773DD69D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1357" y="1017725"/>
            <a:ext cx="6341285" cy="3566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2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264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Diagram</a:t>
            </a:r>
            <a:endParaRPr/>
          </a:p>
        </p:txBody>
      </p:sp>
      <p:pic>
        <p:nvPicPr>
          <p:cNvPr id="67" name="Google Shape;67;p15" title="SequenceDiagram.png"/>
          <p:cNvPicPr preferRelativeResize="0"/>
          <p:nvPr/>
        </p:nvPicPr>
        <p:blipFill rotWithShape="1">
          <a:blip r:embed="rId3">
            <a:alphaModFix/>
          </a:blip>
          <a:srcRect b="20236"/>
          <a:stretch/>
        </p:blipFill>
        <p:spPr>
          <a:xfrm>
            <a:off x="2829025" y="264937"/>
            <a:ext cx="5649250" cy="46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371448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773" y="1017725"/>
            <a:ext cx="398152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75251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On-screen Show (16:9)</PresentationFormat>
  <Paragraphs>6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Dark</vt:lpstr>
      <vt:lpstr>Simple Stopwatch</vt:lpstr>
      <vt:lpstr>Demo</vt:lpstr>
      <vt:lpstr>UML Diagram</vt:lpstr>
      <vt:lpstr>Code</vt:lpstr>
      <vt:lpstr>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 Name No Name</cp:lastModifiedBy>
  <cp:revision>1</cp:revision>
  <dcterms:modified xsi:type="dcterms:W3CDTF">2026-05-04T22:57:50Z</dcterms:modified>
</cp:coreProperties>
</file>